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135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3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360" name="PlaceHolder 4"/>
          <p:cNvSpPr>
            <a:spLocks noGrp="1"/>
          </p:cNvSpPr>
          <p:nvPr>
            <p:ph type="dt" idx="1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361" name="PlaceHolder 5"/>
          <p:cNvSpPr>
            <a:spLocks noGrp="1"/>
          </p:cNvSpPr>
          <p:nvPr>
            <p:ph type="ftr" idx="1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62" name="PlaceHolder 6"/>
          <p:cNvSpPr>
            <a:spLocks noGrp="1"/>
          </p:cNvSpPr>
          <p:nvPr>
            <p:ph type="sldNum" idx="1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01DED0-82CA-458F-8001-F65CB04A27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37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+mj-lt"/>
                <a:ea typeface="+mj-ea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fld id="{EDACD50B-ADB9-4E40-B2E6-E0DB6B31D58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+mj-lt"/>
                <a:ea typeface="+mj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ETF Hackathon - &lt;Project name&gt;"/>
          <p:cNvSpPr/>
          <p:nvPr/>
        </p:nvSpPr>
        <p:spPr>
          <a:xfrm>
            <a:off x="3045600" y="4731480"/>
            <a:ext cx="2855880" cy="303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3720" lvl="1" indent="-32652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19320" lvl="2" indent="-30492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37360" lvl="3" indent="-36576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94560" lvl="4" indent="-36576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1"/>
          </p:nvPr>
        </p:nvSpPr>
        <p:spPr>
          <a:xfrm>
            <a:off x="8422920" y="476964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396295F-CC5F-43A1-8A7A-5D6E5151DF3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8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9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0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1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7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8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4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25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1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32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7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8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39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5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46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9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2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53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9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60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1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2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66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67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68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4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75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1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82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8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89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5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96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2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03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9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10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1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6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17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23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24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sldNum" idx="2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7ACC05F-34CB-4962-A722-0D7A61254C0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128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129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30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31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6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7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38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9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0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1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2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3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44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45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6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7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8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9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0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51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52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3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4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5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6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7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58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59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0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1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2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3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4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65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66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7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8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9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0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1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72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73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4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5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6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7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8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79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80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1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2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3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4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5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86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87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88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9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0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1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2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3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94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95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6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7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8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9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0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01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202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3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4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5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6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7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08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209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0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1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2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3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4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15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216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7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8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9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0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1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22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223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4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5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6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7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8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29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230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1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2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3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4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5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36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237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8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9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40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41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42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243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244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8160" cy="8712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3575520" y="204840"/>
            <a:ext cx="5110920" cy="438948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marL="214200" indent="-214200" defTabSz="914400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8160" cy="35179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48" name="PlaceHolder 4"/>
          <p:cNvSpPr>
            <a:spLocks noGrp="1"/>
          </p:cNvSpPr>
          <p:nvPr>
            <p:ph type="sldNum" idx="3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8F64BB-49B9-46CE-8105-8FACE3BE493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0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251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252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253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254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5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6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7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8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9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60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261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2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3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4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5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6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67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268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9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0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1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2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3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74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275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6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7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8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9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0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81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282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3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4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5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6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7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88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289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0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1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2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3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4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95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296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7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8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9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0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1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02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303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4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5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6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7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8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309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310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311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2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3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4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5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6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17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318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9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0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1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2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3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24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325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6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7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8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9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0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31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332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3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4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5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6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7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38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339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0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1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2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3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4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45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346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7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8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9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0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1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52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353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4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5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6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7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8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59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360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1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2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3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4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5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366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367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1792080" y="3600360"/>
            <a:ext cx="5486040" cy="4248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179208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45000" rIns="9144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1792080" y="4025520"/>
            <a:ext cx="5486040" cy="60336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sldNum" idx="4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9D7262-5E3B-408C-90A8-2185F0A6622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3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374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375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376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377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78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79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0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1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2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83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384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5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6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7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8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9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90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391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2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3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4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5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6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97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398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9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0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1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2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3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04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405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6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7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8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9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0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11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412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3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4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5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6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7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18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419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0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1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2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3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4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25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426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7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8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9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0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1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432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433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434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5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6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7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8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9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40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441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2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3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4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5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6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47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448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9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0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1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2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3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54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455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6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7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8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9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0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61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462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3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4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5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6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7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68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469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0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1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2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3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4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75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476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7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8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9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0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1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82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483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4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5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6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7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8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489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490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990720" y="1486080"/>
            <a:ext cx="7162560" cy="30859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marL="214200" indent="-2142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5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5FC174-B390-4506-9C46-51F0E3A29AC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5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496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497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498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499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0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1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2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3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4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05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506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7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8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9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0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1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12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513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4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5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6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7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8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19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520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1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2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3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4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5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26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527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8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9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0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1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2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33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534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5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6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7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8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9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40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541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2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3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4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5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6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47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548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9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0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1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2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3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554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555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556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7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8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9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0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1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62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563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4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5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6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7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8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69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570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1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2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3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4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5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76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577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8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9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0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1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2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83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584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5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6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7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8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9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90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591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2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3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4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5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6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97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598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9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0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1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2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3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04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605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6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7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8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9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10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611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612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6362640" y="457200"/>
            <a:ext cx="1790280" cy="411444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990720" y="457200"/>
            <a:ext cx="5231160" cy="411444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marL="214200" indent="-2142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6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8EDBEB-ADC3-47C5-873C-D39B49BCBB5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90560" lvl="1" indent="-33336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34440" lvl="2" indent="-32004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7280" lvl="3" indent="-35568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84480" lvl="4" indent="-35568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»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7"/>
          </p:nvPr>
        </p:nvSpPr>
        <p:spPr>
          <a:xfrm>
            <a:off x="8422920" y="476964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68B96D-0D6D-4BD8-8EB6-6906BEB6DCA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624" name="PlaceHolder 4"/>
          <p:cNvSpPr>
            <a:spLocks noGrp="1"/>
          </p:cNvSpPr>
          <p:nvPr>
            <p:ph type="sldNum" idx="8"/>
          </p:nvPr>
        </p:nvSpPr>
        <p:spPr>
          <a:xfrm>
            <a:off x="8422920" y="476964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ED0AED3-AB79-4784-BDCA-735B301BB92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6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627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628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629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630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1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2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3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4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5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36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637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8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9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0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1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2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43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644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5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6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7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8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9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50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651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2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3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4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5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6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57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658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9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0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1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2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3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64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665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6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7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8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9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0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71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672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3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4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5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6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7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78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679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0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1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2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3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4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685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686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687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8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9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0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1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2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93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694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5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6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7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8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9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00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701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2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3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4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5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6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07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708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9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0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1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2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3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14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715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6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7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8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9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0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21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722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3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4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5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6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7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28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729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0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1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2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3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4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35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736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7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8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9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40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41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742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743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9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41D3EB-CD18-4779-9433-324532023F8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8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749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750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751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752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3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4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5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6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7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58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759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0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1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2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3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4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65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766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7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8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9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0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1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72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773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4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5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6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7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8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79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780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1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2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3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4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5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86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787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8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9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0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1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2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93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794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5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6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7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8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9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00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801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2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3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4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5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6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807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808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809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0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1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2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3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4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15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816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7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8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9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0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1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22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823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4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5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6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7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8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29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830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1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2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3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4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5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36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837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8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9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0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1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2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43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844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5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6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7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8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9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50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851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2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3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4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5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6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57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858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9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0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1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2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3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864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865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990720" y="1486080"/>
            <a:ext cx="7162560" cy="30859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marL="214200" indent="-2142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10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45CD07-D159-4AD0-ACBD-FC4D14DD6EE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0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871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872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873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874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5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6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7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8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9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80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881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2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3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4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5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6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87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888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9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0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1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2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3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94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895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6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7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8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9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0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01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902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3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4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5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6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7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08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909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0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1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2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3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4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15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916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7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8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9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0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1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22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923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4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5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6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7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8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929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930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931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2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3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4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5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6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37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938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9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0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1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2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3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44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945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6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7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8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9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0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51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952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3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4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5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6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7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58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959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0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1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2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3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4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65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966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7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8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9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0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1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72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973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4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5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6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7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8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79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980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1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2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3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4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5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986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987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722520" y="3305160"/>
            <a:ext cx="7772040" cy="10213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1" u="none" strike="noStrike" cap="all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722520" y="2180160"/>
            <a:ext cx="7772040" cy="112464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11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D89CB2-6297-4358-8F5E-730EE664D3F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2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993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994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995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996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7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8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9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0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1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02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003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4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5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6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7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8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09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010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1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2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3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4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5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16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017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8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9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0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1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2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23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024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5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6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7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8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9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30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031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2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3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4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5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6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37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038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9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0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1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2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3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44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045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6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7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8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9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0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051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052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053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4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5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6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7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8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59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060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1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2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3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4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5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66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1067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8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9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0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1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2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73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1074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5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6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7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8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9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80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1081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2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3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4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5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6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87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088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9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0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1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2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3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94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095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6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7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8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9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0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01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102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3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4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5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6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7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108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109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990720" y="1486080"/>
            <a:ext cx="3510720" cy="30859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Autofit/>
          </a:bodyPr>
          <a:lstStyle/>
          <a:p>
            <a:pPr marL="214200" indent="-214200" defTabSz="914400">
              <a:lnSpc>
                <a:spcPct val="9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12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B8F000-06AF-4759-ACA1-3BF9BBB531F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4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1115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1116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117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118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19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0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1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2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3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24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125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6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7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8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9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0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31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132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3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4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5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6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7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38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139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0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1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2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3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4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45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146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7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8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9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0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1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52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153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4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5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6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7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8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59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160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1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2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3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4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5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66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167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8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9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0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1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2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173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174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175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6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7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8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9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0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81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182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3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4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5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6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7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88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1189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0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1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2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3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4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95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1196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7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8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9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0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1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02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1203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4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5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6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7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8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09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210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1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2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3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4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5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16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217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8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9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0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1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2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23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224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5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6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7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8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9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230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231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560" cy="4795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body"/>
          </p:nvPr>
        </p:nvSpPr>
        <p:spPr>
          <a:xfrm>
            <a:off x="4645440" y="1151280"/>
            <a:ext cx="4041000" cy="47952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235" name="PlaceHolder 4"/>
          <p:cNvSpPr>
            <a:spLocks noGrp="1"/>
          </p:cNvSpPr>
          <p:nvPr>
            <p:ph type="sldNum" idx="13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DF9636-34FF-46A9-A5A5-18E6EE9860C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 anchor="t">
            <a:sp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7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1238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1239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240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241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2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3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4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5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6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47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248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9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0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1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2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3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54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255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6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7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8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9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0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61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262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3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4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5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6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7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68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269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0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1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2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3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4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75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276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7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8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9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0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1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82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283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4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5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6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7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8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89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290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1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2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3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4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5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296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297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298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9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0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1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2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3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04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305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6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7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8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9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0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11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1312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3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4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5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6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7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18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1319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0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1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2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3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4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25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1326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7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8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9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0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1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32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333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4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5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6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7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8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39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340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1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2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3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4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5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46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347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8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9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0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1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2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st="53966" dir="2700000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45720" tIns="40320" rIns="45720" bIns="40320" numCol="1" spcCol="0" anchor="ctr">
                    <a:noAutofit/>
                  </a:bodyPr>
                  <a:lstStyle/>
                  <a:p>
                    <a:pPr defTabSz="6858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353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st="71785" dir="2700000" rotWithShape="0">
                <a:srgbClr val="232323">
                  <a:alpha val="75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numCol="1" spcCol="0" anchor="ctr">
              <a:noAutofit/>
            </a:bodyPr>
            <a:lstStyle/>
            <a:p>
              <a:pPr defTabSz="685800">
                <a:lnSpc>
                  <a:spcPct val="100000"/>
                </a:lnSpc>
                <a:tabLst>
                  <a:tab pos="0" algn="l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354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6" name="PlaceHolder 2"/>
          <p:cNvSpPr>
            <a:spLocks noGrp="1"/>
          </p:cNvSpPr>
          <p:nvPr>
            <p:ph type="sldNum" idx="14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8F1C1D8-68BB-4749-A8A1-9C0A18B4CC3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2529000" y="1306080"/>
            <a:ext cx="4086360" cy="12654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Times New Roman"/>
              </a:rPr>
              <a:t>IETF Hackathon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4" name="PlaceHolder 2"/>
          <p:cNvSpPr>
            <a:spLocks noGrp="1"/>
          </p:cNvSpPr>
          <p:nvPr>
            <p:ph type="subTitle"/>
          </p:nvPr>
        </p:nvSpPr>
        <p:spPr>
          <a:xfrm>
            <a:off x="2528280" y="2827800"/>
            <a:ext cx="4087080" cy="1049400"/>
          </a:xfrm>
          <a:prstGeom prst="rect">
            <a:avLst/>
          </a:prstGeom>
          <a:noFill/>
          <a:ln w="12600">
            <a:noFill/>
          </a:ln>
        </p:spPr>
        <p:txBody>
          <a:bodyPr lIns="44280" tIns="44280" rIns="44280" bIns="44280" anchor="t">
            <a:normAutofit fontScale="92500" lnSpcReduction="10000"/>
          </a:bodyPr>
          <a:lstStyle/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IETF 126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18–19 July 2026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Vienna, Austria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Hackathon Plan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6" name="PlaceHolder 2"/>
          <p:cNvSpPr>
            <a:spLocks noGrp="1"/>
          </p:cNvSpPr>
          <p:nvPr>
            <p:ph/>
          </p:nvPr>
        </p:nvSpPr>
        <p:spPr>
          <a:xfrm>
            <a:off x="546120" y="1454040"/>
            <a:ext cx="5888520" cy="35668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 marL="228600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&lt;What problem were you working on?&gt;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</a:p>
          <a:p>
            <a:pPr marL="685800" lvl="1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&lt;What drafts/RFC’s were involved?&gt;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&lt;Specific problems to solve&gt;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&lt;How you planned to solve it?&gt;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7" name="PlaceHolder 3"/>
          <p:cNvSpPr>
            <a:spLocks noGrp="1"/>
          </p:cNvSpPr>
          <p:nvPr>
            <p:ph type="sldNum" idx="18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965FBD-3170-4694-B606-14E43F56786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got done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7940160" cy="35668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 marL="189360" indent="-18936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&lt;What you achieved? (key results)&gt;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ideas - what team agreed on&gt;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code - links to github&gt;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design/architecture - what was novel?&gt;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inter-op testing? - link to results&gt;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&lt;Demos - links to videos&gt;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0" name="PlaceHolder 3"/>
          <p:cNvSpPr>
            <a:spLocks noGrp="1"/>
          </p:cNvSpPr>
          <p:nvPr>
            <p:ph type="sldNum" idx="19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EEDDCE-3778-49A2-83E4-C2955B37B68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we learned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2" name="PlaceHolder 2"/>
          <p:cNvSpPr>
            <a:spLocks noGrp="1"/>
          </p:cNvSpPr>
          <p:nvPr>
            <p:ph/>
          </p:nvPr>
        </p:nvSpPr>
        <p:spPr>
          <a:xfrm>
            <a:off x="520560" y="1530360"/>
            <a:ext cx="7242480" cy="30520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/>
          <a:p>
            <a:pPr marL="228600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&lt;Lessons learned from this hackathon&gt;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&lt;Issues with existing drafts/RFCs&gt;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implementation guidance?&gt;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feedback to take to WG?&gt;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work to take to WG?&gt;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3" name="PlaceHolder 3"/>
          <p:cNvSpPr>
            <a:spLocks noGrp="1"/>
          </p:cNvSpPr>
          <p:nvPr>
            <p:ph type="sldNum" idx="20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A74E1A-EBCD-49C7-A59D-F30542E81CF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Wrap 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351680" cy="35668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45720" tIns="45000" rIns="45720" bIns="45000" anchor="t">
            <a:noAutofit/>
          </a:bodyPr>
          <a:lstStyle/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Team members: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First timers @ IETF/Hackathon: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 type="sldNum" idx="21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9CB05E8-7111-4F41-BF6F-0D0894A7323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Content Placeholder 2"/>
          <p:cNvSpPr/>
          <p:nvPr/>
        </p:nvSpPr>
        <p:spPr>
          <a:xfrm>
            <a:off x="5019120" y="1162080"/>
            <a:ext cx="3954960" cy="35920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rmAutofit/>
          </a:bodyPr>
          <a:lstStyle/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&lt;Other links, contacts or notes&gt;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164</Words>
  <Application>Microsoft Macintosh PowerPoint</Application>
  <PresentationFormat>On-screen Show (16:9)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Symbol</vt:lpstr>
      <vt:lpstr>Times New Roman</vt:lpstr>
      <vt:lpstr>Wingdings</vt:lpstr>
      <vt:lpstr>Office Theme</vt:lpstr>
      <vt:lpstr>IETF Hackathon</vt:lpstr>
      <vt:lpstr>Hackathon Plan</vt:lpstr>
      <vt:lpstr>What got done</vt:lpstr>
      <vt:lpstr>What we learned</vt:lpstr>
      <vt:lpstr>Wrap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Hackathon: &lt;Project Name&gt;</dc:title>
  <dc:subject/>
  <dc:creator/>
  <dc:description/>
  <cp:lastModifiedBy>Benno Overeinder</cp:lastModifiedBy>
  <cp:revision>23</cp:revision>
  <dcterms:modified xsi:type="dcterms:W3CDTF">2026-07-17T21:43:30Z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